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270" y="201295"/>
            <a:ext cx="8366760" cy="627316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V="1">
            <a:off x="3380740" y="3140710"/>
            <a:ext cx="183515" cy="135064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68220" y="2564765"/>
            <a:ext cx="20942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STM32</a:t>
            </a:r>
            <a:r>
              <a:rPr lang="zh-CN" altLang="en-US" sz="2400" b="1">
                <a:solidFill>
                  <a:srgbClr val="FF0000"/>
                </a:solidFill>
              </a:rPr>
              <a:t>下载器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1979930" y="4149090"/>
            <a:ext cx="1007745" cy="695325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828040" y="3717290"/>
            <a:ext cx="2409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USB</a:t>
            </a:r>
            <a:r>
              <a:rPr lang="zh-CN" altLang="en-US" sz="2400" b="1">
                <a:solidFill>
                  <a:srgbClr val="FF0000"/>
                </a:solidFill>
              </a:rPr>
              <a:t>转串口工具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2051685" y="5589270"/>
            <a:ext cx="1162050" cy="508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40435" y="5361305"/>
            <a:ext cx="1111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测试板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553585" y="5374005"/>
            <a:ext cx="1458595" cy="7112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940425" y="5300980"/>
            <a:ext cx="28422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STM32</a:t>
            </a:r>
            <a:r>
              <a:rPr lang="zh-CN" altLang="en-US" sz="2400" b="1">
                <a:solidFill>
                  <a:srgbClr val="FF0000"/>
                </a:solidFill>
              </a:rPr>
              <a:t>最小系统板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5499735" y="1196975"/>
            <a:ext cx="1736725" cy="8636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207250" y="937895"/>
            <a:ext cx="17233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LabView</a:t>
            </a:r>
            <a:endParaRPr lang="en-US" altLang="zh-CN" sz="2400" b="1">
              <a:solidFill>
                <a:srgbClr val="FF0000"/>
              </a:solidFill>
            </a:endParaRPr>
          </a:p>
          <a:p>
            <a:r>
              <a:rPr lang="zh-CN" altLang="en-US" sz="2400" b="1">
                <a:solidFill>
                  <a:srgbClr val="FF0000"/>
                </a:solidFill>
              </a:rPr>
              <a:t>上位机系统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WPS 演示</Application>
  <PresentationFormat/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ZR</dc:creator>
  <cp:lastModifiedBy>陈子睿</cp:lastModifiedBy>
  <cp:revision>1</cp:revision>
  <dcterms:created xsi:type="dcterms:W3CDTF">2025-12-05T09:28:50Z</dcterms:created>
  <dcterms:modified xsi:type="dcterms:W3CDTF">2025-12-05T09:28:50Z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94DDE3E88962481D8E004C48E9A36788_12</vt:lpwstr>
  </property>
</Properties>
</file>